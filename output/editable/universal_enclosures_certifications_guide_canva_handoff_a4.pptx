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15ae05abb4b23" /><Relationship Type="http://schemas.openxmlformats.org/officeDocument/2006/relationships/extended-properties" Target="/docProps/app.xml" Id="R221d2877f2904fae" /><Relationship Type="http://schemas.openxmlformats.org/officeDocument/2006/relationships/officeDocument" Target="/ppt/presentation.xml" Id="R86123db3480841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6c62695ec4b2f"/>
  </p:sldMasterIdLst>
  <p:notesMasterIdLst>
    <p:notesMasterId xmlns:r="http://schemas.openxmlformats.org/officeDocument/2006/relationships" r:id="Rb680d79d7c284998"/>
  </p:notesMasterIdLst>
  <p:sldIdLst>
    <p:sldId xmlns:r="http://schemas.openxmlformats.org/officeDocument/2006/relationships" id="256" r:id="R166071aea9d541fb"/>
    <p:sldId xmlns:r="http://schemas.openxmlformats.org/officeDocument/2006/relationships" id="257" r:id="Rc30445c1302f4acc"/>
    <p:sldId xmlns:r="http://schemas.openxmlformats.org/officeDocument/2006/relationships" id="258" r:id="R13b85d58b46f4155"/>
    <p:sldId xmlns:r="http://schemas.openxmlformats.org/officeDocument/2006/relationships" id="259" r:id="R2499d06553354475"/>
    <p:sldId xmlns:r="http://schemas.openxmlformats.org/officeDocument/2006/relationships" id="260" r:id="Rcf63c6b814e64eeb"/>
    <p:sldId xmlns:r="http://schemas.openxmlformats.org/officeDocument/2006/relationships" id="261" r:id="R21756690132348c0"/>
    <p:sldId xmlns:r="http://schemas.openxmlformats.org/officeDocument/2006/relationships" id="262" r:id="R14bd43bdc32c4d10"/>
    <p:sldId xmlns:r="http://schemas.openxmlformats.org/officeDocument/2006/relationships" id="263" r:id="R0b771209c459422f"/>
    <p:sldId xmlns:r="http://schemas.openxmlformats.org/officeDocument/2006/relationships" id="264" r:id="R89472ab069814016"/>
    <p:sldId xmlns:r="http://schemas.openxmlformats.org/officeDocument/2006/relationships" id="265" r:id="R5374c2f2ba9545c1"/>
    <p:sldId xmlns:r="http://schemas.openxmlformats.org/officeDocument/2006/relationships" id="266" r:id="R2f864d15d224450a"/>
    <p:sldId xmlns:r="http://schemas.openxmlformats.org/officeDocument/2006/relationships" id="267" r:id="R02b4ec70e59844d7"/>
    <p:sldId xmlns:r="http://schemas.openxmlformats.org/officeDocument/2006/relationships" id="268" r:id="Re2117b6b9e944eae"/>
    <p:sldId xmlns:r="http://schemas.openxmlformats.org/officeDocument/2006/relationships" id="269" r:id="R692af6eb7c364eaa"/>
    <p:sldId xmlns:r="http://schemas.openxmlformats.org/officeDocument/2006/relationships" id="270" r:id="Rf909a7209f5840e2"/>
  </p:sldIdLst>
  <p:sldSz cx="7560000" cy="10692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6c62695ec4b2f" /><Relationship Type="http://schemas.openxmlformats.org/officeDocument/2006/relationships/theme" Target="/ppt/theme/theme1.xml" Id="Rc25e562113af417a" /><Relationship Type="http://schemas.openxmlformats.org/officeDocument/2006/relationships/notesMaster" Target="/ppt/notesMasters/notesMaster1.xml" Id="Rb680d79d7c284998" /><Relationship Type="http://schemas.openxmlformats.org/officeDocument/2006/relationships/presProps" Target="/ppt/presProps.xml" Id="R93b6af51c4c44eb5" /><Relationship Type="http://schemas.openxmlformats.org/officeDocument/2006/relationships/viewProps" Target="/ppt/viewProps.xml" Id="Rfa56ed1991854283" /><Relationship Type="http://schemas.openxmlformats.org/officeDocument/2006/relationships/tableStyles" Target="/ppt/tableStyles.xml" Id="R6fb28556fe4444f8" /><Relationship Type="http://schemas.openxmlformats.org/officeDocument/2006/relationships/slide" Target="/ppt/slides/slide1.xml" Id="R166071aea9d541fb" /><Relationship Type="http://schemas.openxmlformats.org/officeDocument/2006/relationships/slide" Target="/ppt/slides/slide2.xml" Id="Rc30445c1302f4acc" /><Relationship Type="http://schemas.openxmlformats.org/officeDocument/2006/relationships/slide" Target="/ppt/slides/slide3.xml" Id="R13b85d58b46f4155" /><Relationship Type="http://schemas.openxmlformats.org/officeDocument/2006/relationships/slide" Target="/ppt/slides/slide4.xml" Id="R2499d06553354475" /><Relationship Type="http://schemas.openxmlformats.org/officeDocument/2006/relationships/slide" Target="/ppt/slides/slide5.xml" Id="Rcf63c6b814e64eeb" /><Relationship Type="http://schemas.openxmlformats.org/officeDocument/2006/relationships/slide" Target="/ppt/slides/slide6.xml" Id="R21756690132348c0" /><Relationship Type="http://schemas.openxmlformats.org/officeDocument/2006/relationships/slide" Target="/ppt/slides/slide7.xml" Id="R14bd43bdc32c4d10" /><Relationship Type="http://schemas.openxmlformats.org/officeDocument/2006/relationships/slide" Target="/ppt/slides/slide8.xml" Id="R0b771209c459422f" /><Relationship Type="http://schemas.openxmlformats.org/officeDocument/2006/relationships/slide" Target="/ppt/slides/slide9.xml" Id="R89472ab069814016" /><Relationship Type="http://schemas.openxmlformats.org/officeDocument/2006/relationships/slide" Target="/ppt/slides/slide10.xml" Id="R5374c2f2ba9545c1" /><Relationship Type="http://schemas.openxmlformats.org/officeDocument/2006/relationships/slide" Target="/ppt/slides/slide11.xml" Id="R2f864d15d224450a" /><Relationship Type="http://schemas.openxmlformats.org/officeDocument/2006/relationships/slide" Target="/ppt/slides/slide12.xml" Id="R02b4ec70e59844d7" /><Relationship Type="http://schemas.openxmlformats.org/officeDocument/2006/relationships/slide" Target="/ppt/slides/slide13.xml" Id="Re2117b6b9e944eae" /><Relationship Type="http://schemas.openxmlformats.org/officeDocument/2006/relationships/slide" Target="/ppt/slides/slide14.xml" Id="R692af6eb7c364eaa" /><Relationship Type="http://schemas.openxmlformats.org/officeDocument/2006/relationships/slide" Target="/ppt/slides/slide15.xml" Id="Rf909a7209f5840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ced64c2d08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4a9b884af4a45" /><Relationship Type="http://schemas.openxmlformats.org/officeDocument/2006/relationships/notesMaster" Target="/ppt/notesMasters/notesMaster1.xml" Id="Rd75abeaeb8d9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c7c2bda6b64ff1" /><Relationship Type="http://schemas.openxmlformats.org/officeDocument/2006/relationships/notesMaster" Target="/ppt/notesMasters/notesMaster1.xml" Id="R1287eff69691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8f956ce2b452b" /><Relationship Type="http://schemas.openxmlformats.org/officeDocument/2006/relationships/notesMaster" Target="/ppt/notesMasters/notesMaster1.xml" Id="R021980a800664c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7728c19c243f6" /><Relationship Type="http://schemas.openxmlformats.org/officeDocument/2006/relationships/notesMaster" Target="/ppt/notesMasters/notesMaster1.xml" Id="Rf4649ab0bf7743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edc8c40dd412b" /><Relationship Type="http://schemas.openxmlformats.org/officeDocument/2006/relationships/notesMaster" Target="/ppt/notesMasters/notesMaster1.xml" Id="R380e3525fdbf4c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a5387bde2f4c59" /><Relationship Type="http://schemas.openxmlformats.org/officeDocument/2006/relationships/notesMaster" Target="/ppt/notesMasters/notesMaster1.xml" Id="R48618e6181b7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6b90077f1d4427" /><Relationship Type="http://schemas.openxmlformats.org/officeDocument/2006/relationships/notesMaster" Target="/ppt/notesMasters/notesMaster1.xml" Id="Rcb3f051c6bd240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60c9fa526040f2" /><Relationship Type="http://schemas.openxmlformats.org/officeDocument/2006/relationships/notesMaster" Target="/ppt/notesMasters/notesMaster1.xml" Id="R7fa25f34edf243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1e0b93199c4eb9" /><Relationship Type="http://schemas.openxmlformats.org/officeDocument/2006/relationships/notesMaster" Target="/ppt/notesMasters/notesMaster1.xml" Id="R24cccdf07d7741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5da01a24d04da0" /><Relationship Type="http://schemas.openxmlformats.org/officeDocument/2006/relationships/notesMaster" Target="/ppt/notesMasters/notesMaster1.xml" Id="Rbcaa1516e9824d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37a1f54f694de8" /><Relationship Type="http://schemas.openxmlformats.org/officeDocument/2006/relationships/notesMaster" Target="/ppt/notesMasters/notesMaster1.xml" Id="R910684f12aaf4d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dbfd1ecdb54e3c" /><Relationship Type="http://schemas.openxmlformats.org/officeDocument/2006/relationships/notesMaster" Target="/ppt/notesMasters/notesMaster1.xml" Id="Rebe4addc31764c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cf9f5f15a346cc" /><Relationship Type="http://schemas.openxmlformats.org/officeDocument/2006/relationships/notesMaster" Target="/ppt/notesMasters/notesMaster1.xml" Id="Rdf937930716a49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2a0c3d19ce4a83" /><Relationship Type="http://schemas.openxmlformats.org/officeDocument/2006/relationships/notesMaster" Target="/ppt/notesMasters/notesMaster1.xml" Id="R37a8df47135e44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de378e88594015" /><Relationship Type="http://schemas.openxmlformats.org/officeDocument/2006/relationships/notesMaster" Target="/ppt/notesMasters/notesMaster1.xml" Id="Rf3efc1a67f7d4c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099e089784a7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b83c31aba148a5" /><Relationship Type="http://schemas.openxmlformats.org/officeDocument/2006/relationships/slideLayout" Target="/ppt/slideLayouts/slideLayout2.xml" Id="R41b65afba14d45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b65afba14d45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9569b7f114fc5" /><Relationship Type="http://schemas.openxmlformats.org/officeDocument/2006/relationships/image" Target="/ppt/media/image.png" Id="R3668ccd6c184492c" /><Relationship Type="http://schemas.openxmlformats.org/officeDocument/2006/relationships/notesSlide" Target="/ppt/notesSlides/notesSlide1.xml" Id="R2a592808af32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1219caca54bb1" /><Relationship Type="http://schemas.openxmlformats.org/officeDocument/2006/relationships/image" Target="/ppt/media/image2.png" Id="Re95629cb2cc340b9" /><Relationship Type="http://schemas.openxmlformats.org/officeDocument/2006/relationships/notesSlide" Target="/ppt/notesSlides/notesSlide2.xml" Id="R5983ae867e9042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18bf4039d64e2c" /><Relationship Type="http://schemas.openxmlformats.org/officeDocument/2006/relationships/image" Target="/ppt/media/image3.png" Id="Rfb99d156845b4767" /><Relationship Type="http://schemas.openxmlformats.org/officeDocument/2006/relationships/notesSlide" Target="/ppt/notesSlides/notesSlide3.xml" Id="R47c5043831b345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029df16e546cb" /><Relationship Type="http://schemas.openxmlformats.org/officeDocument/2006/relationships/image" Target="/ppt/media/image4.png" Id="Re49f6b13c4f84d74" /><Relationship Type="http://schemas.openxmlformats.org/officeDocument/2006/relationships/notesSlide" Target="/ppt/notesSlides/notesSlide4.xml" Id="R0881e9d992994c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cc85dd10a14025" /><Relationship Type="http://schemas.openxmlformats.org/officeDocument/2006/relationships/image" Target="/ppt/media/image5.png" Id="R92844e7523014dbf" /><Relationship Type="http://schemas.openxmlformats.org/officeDocument/2006/relationships/notesSlide" Target="/ppt/notesSlides/notesSlide5.xml" Id="Re712bab8a1e7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5d7a7b9d484fd4" /><Relationship Type="http://schemas.openxmlformats.org/officeDocument/2006/relationships/image" Target="/ppt/media/image6.png" Id="Rb0beacaaf40e4fc2" /><Relationship Type="http://schemas.openxmlformats.org/officeDocument/2006/relationships/notesSlide" Target="/ppt/notesSlides/notesSlide6.xml" Id="Rcca07e1589544c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70790fc214c6a" /><Relationship Type="http://schemas.openxmlformats.org/officeDocument/2006/relationships/image" Target="/ppt/media/image7.png" Id="R3636c37a82984c38" /><Relationship Type="http://schemas.openxmlformats.org/officeDocument/2006/relationships/notesSlide" Target="/ppt/notesSlides/notesSlide7.xml" Id="R5c511134f12c49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f8ebbeb3474b27" /><Relationship Type="http://schemas.openxmlformats.org/officeDocument/2006/relationships/image" Target="/ppt/media/image8.png" Id="R2759c4f5fedb49ba" /><Relationship Type="http://schemas.openxmlformats.org/officeDocument/2006/relationships/notesSlide" Target="/ppt/notesSlides/notesSlide8.xml" Id="Ra32a5cd1402845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bcc561a8542ba" /><Relationship Type="http://schemas.openxmlformats.org/officeDocument/2006/relationships/image" Target="/ppt/media/image9.png" Id="R93e5cec4a51f4e79" /><Relationship Type="http://schemas.openxmlformats.org/officeDocument/2006/relationships/notesSlide" Target="/ppt/notesSlides/notesSlide9.xml" Id="R610104fc399945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6f4da7ef84265" /><Relationship Type="http://schemas.openxmlformats.org/officeDocument/2006/relationships/image" Target="/ppt/media/image10.png" Id="R01c5a4a18a324c44" /><Relationship Type="http://schemas.openxmlformats.org/officeDocument/2006/relationships/notesSlide" Target="/ppt/notesSlides/notesSlide10.xml" Id="Rdedd9457027748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ea18cf10d94907" /><Relationship Type="http://schemas.openxmlformats.org/officeDocument/2006/relationships/image" Target="/ppt/media/image11.png" Id="Rdb5706ce11c942c7" /><Relationship Type="http://schemas.openxmlformats.org/officeDocument/2006/relationships/notesSlide" Target="/ppt/notesSlides/notesSlide11.xml" Id="R2dba9f5316344b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6077b421284df3" /><Relationship Type="http://schemas.openxmlformats.org/officeDocument/2006/relationships/image" Target="/ppt/media/image12.png" Id="Rb1d83486a5b44fe2" /><Relationship Type="http://schemas.openxmlformats.org/officeDocument/2006/relationships/notesSlide" Target="/ppt/notesSlides/notesSlide12.xml" Id="R86f3bd6c46da45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73aecd7b244675" /><Relationship Type="http://schemas.openxmlformats.org/officeDocument/2006/relationships/image" Target="/ppt/media/image13.png" Id="R01ca927a27aa4e20" /><Relationship Type="http://schemas.openxmlformats.org/officeDocument/2006/relationships/notesSlide" Target="/ppt/notesSlides/notesSlide13.xml" Id="Rff5dea56ea7b45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1ff0d29724612" /><Relationship Type="http://schemas.openxmlformats.org/officeDocument/2006/relationships/image" Target="/ppt/media/image14.png" Id="R8dcfad84dde8401d" /><Relationship Type="http://schemas.openxmlformats.org/officeDocument/2006/relationships/notesSlide" Target="/ppt/notesSlides/notesSlide14.xml" Id="R190884c74cbc42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828ef0dc594672" /><Relationship Type="http://schemas.openxmlformats.org/officeDocument/2006/relationships/image" Target="/ppt/media/image15.png" Id="Rd804890cde4d460f" /><Relationship Type="http://schemas.openxmlformats.org/officeDocument/2006/relationships/notesSlide" Target="/ppt/notesSlides/notesSlide15.xml" Id="R13e8b097536840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8ccd6c184492c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43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629cb2cc340b9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71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9d156845b4767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48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f6b13c4f84d74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426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44e7523014dbf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136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eacaaf40e4fc2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85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6c37a82984c38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391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9c4f5fedb49ba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938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5cec4a51f4e79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8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5a4a18a324c44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098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706ce11c942c7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895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83486a5b44fe2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132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a927a27aa4e20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592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ad84dde8401d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108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DF reference p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4890cde4d460f"/>
          <a:stretch xmlns:a="http://schemas.openxmlformats.org/drawingml/2006/main"/>
        </p:blipFill>
        <p:spPr>
          <a:xfrm xmlns:a="http://schemas.openxmlformats.org/drawingml/2006/main">
            <a:off x="0" y="3438"/>
            <a:ext cx="7560000" cy="1068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11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2026-05-25T09:13:24.9360000Z</dcterms:created>
  <dcterms:modified xsi:type="dcterms:W3CDTF">2026-05-25T09:13:24.9360000Z</dcterms:modified>
</coreProperties>
</file>